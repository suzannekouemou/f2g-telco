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70" r:id="rId12"/>
    <p:sldId id="271" r:id="rId13"/>
    <p:sldId id="273" r:id="rId14"/>
    <p:sldId id="274" r:id="rId15"/>
    <p:sldId id="275" r:id="rId16"/>
    <p:sldId id="272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73E8"/>
                </a:solidFill>
                <a:latin typeface="Calibri"/>
              </a:defRPr>
            </a:pPr>
            <a:r>
              <a:t>F2G-Telco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02020"/>
                </a:solidFill>
                <a:latin typeface="Calibri"/>
              </a:defRPr>
            </a:pPr>
            <a:r>
              <a:t>One Command to Set Up Your AI Coding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5F6368"/>
                </a:solidFill>
                <a:latin typeface="Consolas"/>
              </a:defRPr>
            </a:pPr>
            <a:r>
              <a:t>npx f2g-telco init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F6368"/>
                </a:solidFill>
                <a:latin typeface="Calibri"/>
              </a:defRPr>
            </a:pPr>
            <a:r>
              <a:t>MIT Licensed  •  Node 18+  •  Supports Crush &amp; Kiro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85F4"/>
                </a:solidFill>
                <a:latin typeface="Calibri"/>
              </a:defRPr>
            </a:pPr>
            <a:r>
              <a:t>github.com/suzannekouemou/f2g-telco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02020"/>
                </a:solidFill>
                <a:latin typeface="Calibri"/>
              </a:defRPr>
            </a:pPr>
            <a:r>
              <a:t>Setting up an AI coding environment today is painful: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🔧  Install 13+ MCP servers one by one (npm, pip, permissions, sudo issues)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📝  Hand-edit multiple JSON config files with different schemas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🔑  Collect API keys from 7 different provider dashboards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📦  Clone skill repositories, symlink paths, wire orchestrators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🏥  Debug cryptic errors when something doesn't connect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⏱️  Repeat the entire process for each new machine or teammate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A senior developer spends 2–4 hours on manual setup.</a:t>
            </a:r>
            <a:br/>
            <a:r>
              <a:t>A junior developer may never finish.</a:t>
            </a:r>
          </a:p>
        </p:txBody>
      </p:sp>
      <p:pic>
        <p:nvPicPr>
          <p:cNvPr id="6" name="Picture 5" descr="before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887" y="106062"/>
            <a:ext cx="1591863" cy="66458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The Solution: F2G-Telco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02020"/>
                </a:solidFill>
                <a:latin typeface="Calibri"/>
              </a:defRPr>
            </a:pPr>
            <a:r>
              <a:t>One command. Full environment. Under 5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1️⃣  Run npx f2g-telco init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2️⃣  Select your AI tool (Crush or Kiro)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3️⃣  Choose providers (Copilot, Ollama, NIM, Groq...)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4️⃣  Enter API keys (guided prompts, skip what you don't have)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5️⃣  All 13 MCPs configured automatically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6️⃣  Skills cloned and wired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7️⃣  INVENTORY.md generated for agent discovery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✅  Done — start coding with AI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895" y="1596390"/>
            <a:ext cx="6048336" cy="15468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updat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545" y="874394"/>
            <a:ext cx="6513666" cy="177355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Published on npm — Install Like an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02020"/>
                </a:solidFill>
                <a:latin typeface="Calibri"/>
              </a:defRPr>
            </a:pPr>
            <a:r>
              <a:t>F2G-Telco is a published npm package. No cloning, no building.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📦  Published at npmjs.com/package/f2g-telco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⚡  Install: npx f2g-telco init — one command, like downloading an app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🔄  Update: npx f2g-telco update — pulls latest registries, like a Play Store update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🌍  Anyone with Node.js can use it — no special access needed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🏗️  Actively maintained — CI on Node 18/20/22, semantic versioning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📋  Current version: v0.1.3 (13 MCPs, 7 providers, 3 skill sources)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Think of it like an APK for your AI coding environment.</a:t>
            </a:r>
            <a:br/>
            <a:r>
              <a:t>Type one command → get a fully configured setup.</a:t>
            </a:r>
            <a:br/>
            <a:r>
              <a:t>Type another command → get the latest 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What You 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MCPs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mem0, contextgraph,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Long-term memory, provenance, knowledge 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Knowledge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context7, sequential-thinking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Library docs, multi-step reasoning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Dev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github, gitnexus, 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PRs/issues, codebase graph, DB 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Core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filesystem, fetch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File ops, HTTP requests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playwright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Browser automation, E2E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Docs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mermaid, notion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Diagram rendering, Notion pages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3905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Calibri"/>
              </a:defRPr>
            </a:pPr>
            <a:r>
              <a:rPr dirty="0"/>
              <a:t>Plus: 3 skill sources (awesome-copilot, agency-agents, </a:t>
            </a:r>
            <a:r>
              <a:rPr dirty="0" err="1"/>
              <a:t>claude</a:t>
            </a:r>
            <a:r>
              <a:rPr dirty="0"/>
              <a:t>-best-practices) and 7 providers</a:t>
            </a:r>
          </a:p>
        </p:txBody>
      </p:sp>
      <p:pic>
        <p:nvPicPr>
          <p:cNvPr id="5" name="Picture 4" descr="mcp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46" y="4886325"/>
            <a:ext cx="8308431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7 Providers — All Free Options Available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Free?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GitHub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Subscription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Claude, GPT, Gemini, Grok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Full catalog, enterprise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✅ Free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Qwen3, Llama, Mistral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Local, private, offline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NVIDIA NIM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✅ Free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Llama 3.3 70B, DeepSeek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Fast cloud 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Google AI Studio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✅ Free tier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Gemini 2.5 Pro/Flash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Google ecosystem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Groq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✅ Free 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Llama 3.3 70B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Ultra-fast inference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Cerebras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✅ Free tier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Llama 3.3 70B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Fastest inference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OpenAI-Compatible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Any compatible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LM Studio, vLLM, custom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Calibri"/>
              </a:defRPr>
            </a:pPr>
            <a:r>
              <a:t>Users choose which providers to configure — skip any they don't need. No vendor lock-in.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Command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Command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onsolas"/>
                        </a:defRPr>
                      </a:pPr>
                      <a:r>
                        <a:t>npx f2g-telco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Interactive setup wizard — tools, providers, MCPs, skills, configs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onsolas"/>
                        </a:defRPr>
                      </a:pPr>
                      <a:r>
                        <a:t>npx f2g-telco add &lt;mcp&gt;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Install and configure a single MCP by 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onsolas"/>
                        </a:defRPr>
                      </a:pPr>
                      <a:r>
                        <a:t>npx f2g-telco remove &lt;mcp&gt;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Uninstall and remove a single MCP by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onsolas"/>
                        </a:defRPr>
                      </a:pPr>
                      <a:r>
                        <a:t>npx f2g-telco list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Show available components and installed status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onsolas"/>
                        </a:defRPr>
                      </a:pPr>
                      <a:r>
                        <a:t>npx f2g-telco 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Pull latest registries and refresh configs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onsolas"/>
                        </a:defRPr>
                      </a:pPr>
                      <a:r>
                        <a:t>npx f2g-telco doctor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Health check — Node, git, PATH, MCP binaries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onsolas"/>
                        </a:defRPr>
                      </a:pPr>
                      <a:r>
                        <a:t>npx f2g-telco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Show current environment configuration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Manual Setup vs. F2G-Telco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F2G-Telco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Install MCP 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13 npm/pip commands, sudo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D9453"/>
                          </a:solidFill>
                          <a:latin typeface="Calibri"/>
                        </a:defRPr>
                      </a:pPr>
                      <a:r>
                        <a:t>Auto-configured via npx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Tool config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Hand-edit JSON, multiple schemas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D9453"/>
                          </a:solidFill>
                          <a:latin typeface="Calibri"/>
                        </a:defRPr>
                      </a:pPr>
                      <a:r>
                        <a:t>Generated automatically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Skills &amp; 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git clone + manual path wiring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D9453"/>
                          </a:solidFill>
                          <a:latin typeface="Calibri"/>
                        </a:defRPr>
                      </a:pPr>
                      <a:r>
                        <a:t>Cloned, symlinked, wired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Provider keys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Ad hoc env collection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D9453"/>
                          </a:solidFill>
                          <a:latin typeface="Calibri"/>
                        </a:defRPr>
                      </a:pPr>
                      <a:r>
                        <a:t>Guided prompts with skip/retry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Write docs manually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D9453"/>
                          </a:solidFill>
                          <a:latin typeface="Calibri"/>
                        </a:defRPr>
                      </a:pPr>
                      <a:r>
                        <a:t>INVENTORY.md auto-generated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Recovery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Debug on your own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D9453"/>
                          </a:solidFill>
                          <a:latin typeface="Calibri"/>
                        </a:defRPr>
                      </a:pPr>
                      <a:r>
                        <a:t>doctor command + verbose mode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020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2–4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D9453"/>
                          </a:solidFill>
                          <a:latin typeface="Calibri"/>
                        </a:defRPr>
                      </a:pPr>
                      <a:r>
                        <a:t>Under 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02020"/>
                </a:solidFill>
                <a:latin typeface="Calibri"/>
              </a:defRPr>
            </a:pPr>
            <a:r>
              <a:t>The init wizard follows a 5-step pipeline: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Step 1: Detect Tool — Checks for Crush or Kiro installation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Step 2: Select Providers — Interactive prompts for API keys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Step 3: Configure MCPs — 12 Node MCPs via npx (zero install), 1 Python MCP via pip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Step 4: Install Skills — Clones 3 curated skill sources, symlinks into tool paths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Step 5: Generate Config — Writes crush.json/mcp.json + INVENTORY.md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Calibri"/>
              </a:defRPr>
            </a:pPr>
            <a:r>
              <a:t>Key design decision: Node MCPs use npx -y at runtime.</a:t>
            </a:r>
            <a:br/>
            <a:r>
              <a:t>No npm install, no permissions, no failures.</a:t>
            </a:r>
            <a:br/>
            <a:r>
              <a:t>The tool writes config — npx downloads on first use.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938" y="3599497"/>
            <a:ext cx="6174962" cy="15792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Supported AI Coding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Calibri"/>
              </a:defRPr>
            </a:pPr>
            <a:r>
              <a:t>Crush (charmbracelet/crush)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Continuation of OpenCode (22k stars)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MCP servers with env vars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Provider + model mappings (large/small)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38+ tools auto-approved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LSP servers (pyright, typescript-language-server)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Skills paths + orchestrator agent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Metrics/notifications disabled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41148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Calibri"/>
              </a:defRPr>
            </a:pPr>
            <a:r>
              <a:t>Kiro CLI (AWS)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8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MCP servers with autoApprove arrays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Env vars per MCP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Orchestrator settings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Skills in ~/.kiro/skills/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Code intelligence integration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Subagent delegation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Same MCPs, same skills, same providers — different config formats handled automatically.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Current Model: Individual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02020"/>
                </a:solidFill>
                <a:latin typeface="Calibri"/>
              </a:defRPr>
            </a:pPr>
            <a:r>
              <a:t>Today, each team member runs the setup independently: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772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1️⃣  Each person runs </a:t>
            </a:r>
            <a:r>
              <a:rPr dirty="0" err="1"/>
              <a:t>npx</a:t>
            </a:r>
            <a:r>
              <a:rPr dirty="0"/>
              <a:t> f2g-telco </a:t>
            </a:r>
            <a:r>
              <a:rPr dirty="0" err="1"/>
              <a:t>init</a:t>
            </a:r>
            <a:r>
              <a:rPr dirty="0"/>
              <a:t> on their machine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2️⃣  Each person enters their own API keys (Copilot, NIM, </a:t>
            </a:r>
            <a:r>
              <a:rPr dirty="0" err="1"/>
              <a:t>Groq</a:t>
            </a:r>
            <a:r>
              <a:rPr dirty="0"/>
              <a:t>, etc.)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3️⃣  Keys stay local — never shared, never uploaded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4️⃣  Each person gets the same MCPs, skills, and configs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5️⃣  No central control plane — no tracking of who installed what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✅  Advantages: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     • Zero infrastructure needed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     • Each developer owns their keys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     • Works offline after setup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     • No admin overhead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⚠️  Limitation: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     • Each developer's AI context is isolated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rPr dirty="0"/>
              <a:t>     • What Developer A learns, Developer B's AI doesn't know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Vision: Unified Team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02020"/>
                </a:solidFill>
                <a:latin typeface="Calibri"/>
              </a:defRPr>
            </a:pPr>
            <a:r>
              <a:t>The next evolution — shared AI memory across the team: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🔑  Create a shared service account (e.g. f2g-team@gmail.com)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🧠  Connect it to mem0 + ContextGraph MCP servers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👥  All team members point to the same memory backend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What this enables: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• Developer A fixes a bug → AI saves the context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• Developer B starts working → AI recalls what A did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• Unified knowledge graph across the entire team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• No repeated explanations, no lost context between handoffs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Two paths to get there: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1. Shared mem0 API key — centralized cloud memory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2. Claude Team subscription — centralized model + keys</a:t>
            </a:r>
          </a:p>
        </p:txBody>
      </p:sp>
      <p:pic>
        <p:nvPicPr>
          <p:cNvPr id="5" name="Picture 4" descr="shared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188720"/>
            <a:ext cx="45720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6245" y="6217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53"/>
                </a:solidFill>
                <a:latin typeface="Calibri"/>
              </a:defRPr>
            </a:pPr>
            <a:r>
              <a:rPr dirty="0"/>
              <a:t>The CLI already supports this — just configure the same mem0 key for all team members.</a:t>
            </a:r>
            <a:br>
              <a:rPr dirty="0"/>
            </a:br>
            <a:r>
              <a:rPr dirty="0"/>
              <a:t>No code changes needed. The infrastructure is ready.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Why This Matters for the F2G-Telco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02020"/>
                </a:solidFill>
                <a:latin typeface="Calibri"/>
              </a:defRPr>
            </a:pPr>
            <a:r>
              <a:t>One shared AI brain across every team member: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🧠  Global context — what one developer learns, every AI instance knows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🔄  No repeated explanations — onboard a new member, the AI already has the history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🤝  Seamless handoffs — Dev A starts a task, Dev B picks it up with full context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📈  Compound knowledge — every fix, every decision, every insight accumulates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⚡  Faster debugging — AI recalls past solutions across the whole team's experience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🏗️  Consistent architecture — AI enforces the same patterns team-wide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🔒  Each member still owns their own API keys and local setup</a:t>
            </a:r>
          </a:p>
        </p:txBody>
      </p:sp>
      <p:pic>
        <p:nvPicPr>
          <p:cNvPr id="5" name="Picture 4" descr="team-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21680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Real Scenario: Shared Context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Monday morning — Developer A (using Kiro):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→ Fixes a critical bug in the payment module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→ AI stores: "Root cause was race condition in transaction queue"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Monday afternoon — Developer B (using Crush):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→ Starts working on the same module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→ AI recalls A's fix automatically — no Slack message needed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→ Builds on top of it instead of duplicating effort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Tuesday — Developer C (new team member):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→ Runs npx f2g-telco init — full environment in 5 minutes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→ AI already knows the entire team's history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→ Productive from day one, not week two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 b="1">
                <a:solidFill>
                  <a:srgbClr val="0D9453"/>
                </a:solidFill>
                <a:latin typeface="Calibri"/>
              </a:defRPr>
            </a:pPr>
            <a:r>
              <a:t>The AI becomes the team's institutional memory.</a:t>
            </a:r>
          </a:p>
          <a:p>
            <a:pPr>
              <a:spcAft>
                <a:spcPts val="800"/>
              </a:spcAft>
              <a:defRPr sz="1600" b="1">
                <a:solidFill>
                  <a:srgbClr val="0D9453"/>
                </a:solidFill>
                <a:latin typeface="Calibri"/>
              </a:defRPr>
            </a:pPr>
            <a:r>
              <a:t>No one has to write handoff docs. No context is ever lost.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How We Enable Shared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4572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53"/>
                </a:solidFill>
                <a:latin typeface="Calibri"/>
              </a:defRPr>
            </a:pPr>
            <a:r>
              <a:t>✅ Already Possible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Create a shared mem0 API key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F2G-Telco configures it for all members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All AI instances read/write to same memory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ContextGraph hydrates from shared mem0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Works across Kiro AND Crush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Zero code changes needed.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Just one shared key in the config.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45720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Calibri"/>
              </a:defRPr>
            </a:pPr>
            <a:r>
              <a:t>🔜 Coming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031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Team profiles in F2G-Telco CLI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f2g-telco init --team &lt;name&gt;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Pre-configured shared keys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Role-based context visibility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• Admin dashboard for team memory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One command to join the team's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  <a:latin typeface="Calibri"/>
              </a:defRPr>
            </a:pPr>
            <a:r>
              <a:t>AI knowledge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F6368"/>
                </a:solidFill>
                <a:latin typeface="Calibri"/>
              </a:defRPr>
            </a:pPr>
            <a:r>
              <a:t>The infrastructure is ready. The shared context vision is a configuration change, not a rebuild.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Seamless Updates — Like a Play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When we publish a new version to npm: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$ npx f2g-telco update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What happens: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• Pulls the latest MCP registry (new servers, updated versions)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• Pulls the latest provider registry (new models, new providers)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• Pulls the latest skill sources (new agents, new instructions)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• Refreshes local configs without losing user's API keys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Users don't need to: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❌  Reinstall anything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❌  Re-enter their API keys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     ❌  Manually edit config files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  <a:latin typeface="Calibri"/>
              </a:defRPr>
            </a:pPr>
            <a:r>
              <a:t>They just run one command and they're on the latest.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Language: TypeScript (compiled to ESM)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License: MIT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Node: 18+ required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Distribution: npm (npx f2g-telco init — zero global install)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CI: GitHub Actions on Node 18, 20, 22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Tests: 13 test cases covering registry, config generation, CLI commands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Registry: JSON files (mcps.json, providers.json, skills.json) — easy to extend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Logging: All commands log to ~/.f2g-telco/f2g-telco.log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Error handling: Ctrl+C safe, --verbose flag for debugging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Repo: github.com/suzannekouemou/f2g-telco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Consolas"/>
              </a:defRPr>
            </a:pPr>
            <a:r>
              <a:t>$ npx f2g-telco init</a:t>
            </a:r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r>
              <a:t>  Step 1/5  Detecting AI tools...</a:t>
            </a:r>
          </a:p>
          <a:p>
            <a:pPr>
              <a:defRPr sz="1400">
                <a:solidFill>
                  <a:srgbClr val="0D9453"/>
                </a:solidFill>
                <a:latin typeface="Consolas"/>
              </a:defRPr>
            </a:pPr>
            <a:r>
              <a:t>  ✔ Crush v0.51.3 detected</a:t>
            </a:r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r>
              <a:t>  Step 2/5  Select providers:</a:t>
            </a:r>
          </a:p>
          <a:p>
            <a:pPr>
              <a:defRPr sz="1400">
                <a:solidFill>
                  <a:srgbClr val="0D9453"/>
                </a:solidFill>
                <a:latin typeface="Consolas"/>
              </a:defRPr>
            </a:pPr>
            <a:r>
              <a:t>  ✔ GitHub Copilot (already authenticated)</a:t>
            </a:r>
          </a:p>
          <a:p>
            <a:pPr>
              <a:defRPr sz="1400">
                <a:solidFill>
                  <a:srgbClr val="0D9453"/>
                </a:solidFill>
                <a:latin typeface="Consolas"/>
              </a:defRPr>
            </a:pPr>
            <a:r>
              <a:t>  ✔ NVIDIA NIM (key entered)</a:t>
            </a:r>
          </a:p>
          <a:p>
            <a:pPr>
              <a:defRPr sz="1400">
                <a:solidFill>
                  <a:srgbClr val="5F6368"/>
                </a:solidFill>
                <a:latin typeface="Consolas"/>
              </a:defRPr>
            </a:pPr>
            <a:r>
              <a:t>  ⊘ Groq (skipped)</a:t>
            </a:r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r>
              <a:t>  Step 3/5  Configuring MCP servers...</a:t>
            </a:r>
          </a:p>
          <a:p>
            <a:pPr>
              <a:defRPr sz="1400">
                <a:solidFill>
                  <a:srgbClr val="0D9453"/>
                </a:solidFill>
                <a:latin typeface="Consolas"/>
              </a:defRPr>
            </a:pPr>
            <a:r>
              <a:t>  ✔ mem0 configured (via npx)</a:t>
            </a:r>
          </a:p>
          <a:p>
            <a:pPr>
              <a:defRPr sz="1400">
                <a:solidFill>
                  <a:srgbClr val="0D9453"/>
                </a:solidFill>
                <a:latin typeface="Consolas"/>
              </a:defRPr>
            </a:pPr>
            <a:r>
              <a:t>  ✔ context7 configured (via npx)</a:t>
            </a:r>
          </a:p>
          <a:p>
            <a:pPr>
              <a:defRPr sz="1400">
                <a:solidFill>
                  <a:srgbClr val="0D9453"/>
                </a:solidFill>
                <a:latin typeface="Consolas"/>
              </a:defRPr>
            </a:pPr>
            <a:r>
              <a:t>  ✔ contextgraph installed</a:t>
            </a:r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r>
              <a:t>  ... 10 more ...</a:t>
            </a:r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r>
              <a:t>  Step 4/5  Installing skills...</a:t>
            </a:r>
          </a:p>
          <a:p>
            <a:pPr>
              <a:defRPr sz="1400">
                <a:solidFill>
                  <a:srgbClr val="0D9453"/>
                </a:solidFill>
                <a:latin typeface="Consolas"/>
              </a:defRPr>
            </a:pPr>
            <a:r>
              <a:t>  ✔ awesome-copilot (16 agents, 16 skills)</a:t>
            </a:r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r>
              <a:t>  Step 5/5  Writing configs...</a:t>
            </a:r>
          </a:p>
          <a:p>
            <a:pPr>
              <a:defRPr sz="1400">
                <a:solidFill>
                  <a:srgbClr val="0D9453"/>
                </a:solidFill>
                <a:latin typeface="Consolas"/>
              </a:defRPr>
            </a:pPr>
            <a:r>
              <a:t>  ✔ crush.json written</a:t>
            </a:r>
          </a:p>
          <a:p>
            <a:pPr>
              <a:defRPr sz="1400">
                <a:solidFill>
                  <a:srgbClr val="0D9453"/>
                </a:solidFill>
                <a:latin typeface="Consolas"/>
              </a:defRPr>
            </a:pPr>
            <a:r>
              <a:t>  ✔ INVENTORY.md generated</a:t>
            </a:r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endParaRPr/>
          </a:p>
          <a:p>
            <a:pPr>
              <a:defRPr sz="1400">
                <a:solidFill>
                  <a:srgbClr val="202020"/>
                </a:solidFill>
                <a:latin typeface="Consolas"/>
              </a:defRPr>
            </a:pPr>
            <a:r>
              <a:t>  🎉 Done! Restart your terminal and start coding.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Calibri"/>
              </a:defRPr>
            </a:pPr>
            <a:r>
              <a:t>Roadmap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✅  v0.1.3 — Published on npm, 13 MCPs, 7 providers, 3 skill sources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🔜  v0.2.0 — Planned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   • f2g-telco update — pull latest registries, refresh configs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   • f2g-telco doctor — deeper health checks (MCP connectivity, model availability)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   • More skill sources from the community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🔮  Future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   • Team profiles — share configs across an organization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   • Plugin system — third-party MCP registries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   • VS Code / Cursor extension integration</a:t>
            </a:r>
          </a:p>
          <a:p>
            <a:pPr>
              <a:spcAft>
                <a:spcPts val="800"/>
              </a:spcAft>
              <a:defRPr sz="1700">
                <a:solidFill>
                  <a:srgbClr val="202020"/>
                </a:solidFill>
                <a:latin typeface="Calibri"/>
              </a:defRPr>
            </a:pPr>
            <a:r>
              <a:t>     • Telemetry-free usage analytics (opt-in)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73E8"/>
                </a:solidFill>
                <a:latin typeface="Calibri"/>
              </a:defRPr>
            </a:pPr>
            <a:r>
              <a:t>F2G-Telco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02020"/>
                </a:solidFill>
                <a:latin typeface="Calibri"/>
              </a:defRPr>
            </a:pPr>
            <a:r>
              <a:t>One command. Full AI coding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F6368"/>
                </a:solidFill>
                <a:latin typeface="Consolas"/>
              </a:defRPr>
            </a:pPr>
            <a:r>
              <a:t>npx f2g-telco init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85F4"/>
                </a:solidFill>
                <a:latin typeface="Calibri"/>
              </a:defRPr>
            </a:pPr>
            <a:r>
              <a:t>github.com/suzannekouemou/f2g-telco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368"/>
                </a:solidFill>
                <a:latin typeface="Calibri"/>
              </a:defRPr>
            </a:pPr>
            <a:r>
              <a:t>MIT Licensed  •  Open Source  •  Free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2049</Words>
  <Application>Microsoft Office PowerPoint</Application>
  <PresentationFormat>Grand écran</PresentationFormat>
  <Paragraphs>307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Boutchouang Nathan Elija</cp:lastModifiedBy>
  <cp:revision>4</cp:revision>
  <dcterms:created xsi:type="dcterms:W3CDTF">2013-01-27T09:14:16Z</dcterms:created>
  <dcterms:modified xsi:type="dcterms:W3CDTF">2026-03-27T22:26:52Z</dcterms:modified>
  <cp:category/>
</cp:coreProperties>
</file>